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Good morning judges! Today we present EcoLabel X, an enterprise AI platform that solves greenwashing and automates ESG audits in under 1.5 seconds.</a:t>
            </a:r>
          </a:p>
          <a:p/>
          <a:p>
            <a:r>
              <a:t>🖱️ WHAT TO CLICK:</a:t>
            </a:r>
          </a:p>
          <a:p>
            <a:r>
              <a:t>Click once to advance to Slide 2.</a:t>
            </a:r>
          </a:p>
          <a:p/>
          <a:p>
            <a:r>
              <a:t>⏸️ WHEN TO PAUSE:</a:t>
            </a:r>
          </a:p>
          <a:p>
            <a:r>
              <a:t>Pause 2 seconds after reading the title to let judges take in the branding.</a:t>
            </a:r>
          </a:p>
          <a:p/>
          <a:p>
            <a:r>
              <a:t>💡 WHAT JUDGES SHOULD NOTICE:</a:t>
            </a:r>
          </a:p>
          <a:p>
            <a:r>
              <a:t>Judges should notice the sleek Fortune 500 dark theme and clear product positioning.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Sustainability reporting is broken. Companies produce 100-page disclosures, auditors spend weeks checking claims, and greenwashing is at an all-time high.</a:t>
            </a:r>
          </a:p>
          <a:p/>
          <a:p>
            <a:r>
              <a:t>🖱️ WHAT TO CLICK:</a:t>
            </a:r>
          </a:p>
          <a:p>
            <a:r>
              <a:t>Click 4 times — one click per problem card.</a:t>
            </a:r>
          </a:p>
          <a:p/>
          <a:p>
            <a:r>
              <a:t>⏸️ WHEN TO PAUSE:</a:t>
            </a:r>
          </a:p>
          <a:p>
            <a:r>
              <a:t>Pause after revealing 'Regulatory Enforcement' to emphasize urgency.</a:t>
            </a:r>
          </a:p>
          <a:p/>
          <a:p>
            <a:r>
              <a:t>💡 WHAT JUDGES SHOULD NOTICE:</a:t>
            </a:r>
          </a:p>
          <a:p>
            <a:r>
              <a:t>Judges will see that we understand the quantitative friction in corporate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EcoLabel X turns weeks of manual auditing into a 1.5-second automated workflow. Upload a PDF, and our 4 AI Agents verify claims and generate compliance reports.</a:t>
            </a:r>
          </a:p>
          <a:p/>
          <a:p>
            <a:r>
              <a:t>🖱️ WHAT TO CLICK:</a:t>
            </a:r>
          </a:p>
          <a:p>
            <a:r>
              <a:t>Click 4 times to reveal each solution pillar sequentially.</a:t>
            </a:r>
          </a:p>
          <a:p/>
          <a:p>
            <a:r>
              <a:t>⏸️ WHEN TO PAUSE:</a:t>
            </a:r>
          </a:p>
          <a:p>
            <a:r>
              <a:t>Pause after the 4th pillar to let the complete solution vision land.</a:t>
            </a:r>
          </a:p>
          <a:p/>
          <a:p>
            <a:r>
              <a:t>💡 WHAT JUDGES SHOULD NOTICE:</a:t>
            </a:r>
          </a:p>
          <a:p>
            <a:r>
              <a:t>Judges will notice end-to-end automation from PDF input to executive PDF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Here is our end-to-end execution flow. From raw PDF upload to text extraction, 4-agent parallel evaluation, and instant PDF report generation.</a:t>
            </a:r>
          </a:p>
          <a:p/>
          <a:p>
            <a:r>
              <a:t>🖱️ WHAT TO CLICK:</a:t>
            </a:r>
          </a:p>
          <a:p>
            <a:r>
              <a:t>Click 8 times — one step per click to build the pipeline progressively.</a:t>
            </a:r>
          </a:p>
          <a:p/>
          <a:p>
            <a:r>
              <a:t>⏸️ WHEN TO PAUSE:</a:t>
            </a:r>
          </a:p>
          <a:p>
            <a:r>
              <a:t>Pause after step 5 to explain the 4 AI Agents orchestration.</a:t>
            </a:r>
          </a:p>
          <a:p/>
          <a:p>
            <a:r>
              <a:t>💡 WHAT JUDGES SHOULD NOTICE:</a:t>
            </a:r>
          </a:p>
          <a:p>
            <a:r>
              <a:t>Judges will appreciate the clean, modular architecture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technical architecture connects Next.js 14 on the frontend to FastAPI on the backend, processing PDFs via PyPDF2 and Gemini 2.5 Flash in under 1.5 seconds.</a:t>
            </a:r>
          </a:p>
          <a:p/>
          <a:p>
            <a:r>
              <a:t>🖱️ WHAT TO CLICK:</a:t>
            </a:r>
          </a:p>
          <a:p>
            <a:r>
              <a:t>Click 6 times to reveal each architectural component block.</a:t>
            </a:r>
          </a:p>
          <a:p/>
          <a:p>
            <a:r>
              <a:t>⏸️ WHEN TO PAUSE:</a:t>
            </a:r>
          </a:p>
          <a:p>
            <a:r>
              <a:t>Pause on Gemini 2.5 Flash to highlight LLM reasoning combined with deterministic fallback rules.</a:t>
            </a:r>
          </a:p>
          <a:p/>
          <a:p>
            <a:r>
              <a:t>💡 WHAT JUDGES SHOULD NOTICE:</a:t>
            </a:r>
          </a:p>
          <a:p>
            <a:r>
              <a:t>Judges will observe technical rigor, fast async performance, and enterprise scalability.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EcoLabel X deploys four specialized AI agents that run concurrently on every uploaded document: Verification, Carbon, Compliance, and Risk.</a:t>
            </a:r>
          </a:p>
          <a:p/>
          <a:p>
            <a:r>
              <a:t>🖱️ WHAT TO CLICK:</a:t>
            </a:r>
          </a:p>
          <a:p>
            <a:r>
              <a:t>Click 4 times — reveal one agent card per click.</a:t>
            </a:r>
          </a:p>
          <a:p/>
          <a:p>
            <a:r>
              <a:t>⏸️ WHEN TO PAUSE:</a:t>
            </a:r>
          </a:p>
          <a:p>
            <a:r>
              <a:t>Pause after revealing all 4 agents to summarize their synergy.</a:t>
            </a:r>
          </a:p>
          <a:p/>
          <a:p>
            <a:r>
              <a:t>💡 WHAT JUDGES SHOULD NOTICE:</a:t>
            </a:r>
          </a:p>
          <a:p>
            <a:r>
              <a:t>Judges will notice multi-agent architecture handling distinct domain 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The Verification Agent analyzes exact claim quotes, page references, and assigns confidence scores from Verified to Under Review.</a:t>
            </a:r>
          </a:p>
          <a:p/>
          <a:p>
            <a:r>
              <a:t>🖱️ WHAT TO CLICK:</a:t>
            </a:r>
          </a:p>
          <a:p>
            <a:r>
              <a:t>Click 4 times to reveal each section of the Verification Agent deep-dive.</a:t>
            </a:r>
          </a:p>
          <a:p/>
          <a:p>
            <a:r>
              <a:t>⏸️ WHEN TO PAUSE:</a:t>
            </a:r>
          </a:p>
          <a:p>
            <a:r>
              <a:t>Pause on Status Metrics to explain confidence thresholds.</a:t>
            </a:r>
          </a:p>
          <a:p/>
          <a:p>
            <a:r>
              <a:t>💡 WHAT JUDGES SHOULD NOTICE:</a:t>
            </a:r>
          </a:p>
          <a:p>
            <a:r>
              <a:t>Judges will note rigorous evidence-backed verification rather than simple sentiment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Carbon Agent parses Scope 1 direct, Scope 2 energy, and Scope 3 value chain disclosures, computing total kilotonnes of CO2e automatically.</a:t>
            </a:r>
          </a:p>
          <a:p/>
          <a:p>
            <a:r>
              <a:t>🖱️ WHAT TO CLICK:</a:t>
            </a:r>
          </a:p>
          <a:p>
            <a:r>
              <a:t>Click 4 times — one per scope and the YoY intensity calculator.</a:t>
            </a:r>
          </a:p>
          <a:p/>
          <a:p>
            <a:r>
              <a:t>⏸️ WHEN TO PAUSE:</a:t>
            </a:r>
          </a:p>
          <a:p>
            <a:r>
              <a:t>Pause on Scope 3 to highlight value chain calculation complexity.</a:t>
            </a:r>
          </a:p>
          <a:p/>
          <a:p>
            <a:r>
              <a:t>💡 WHAT JUDGES SHOULD NOTICE:</a:t>
            </a:r>
          </a:p>
          <a:p>
            <a:r>
              <a:t>Judges will appreciate automated GHG Protocol alignment.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The Compliance Agent monitors EU ESPR and FTC Green Guide requirements, generating an Audit Compliance Index score to prevent legal exposure.</a:t>
            </a:r>
          </a:p>
          <a:p/>
          <a:p>
            <a:r>
              <a:t>🖱️ WHAT TO CLICK:</a:t>
            </a:r>
          </a:p>
          <a:p>
            <a:r>
              <a:t>Click 4 times to reveal each compliance check module.</a:t>
            </a:r>
          </a:p>
          <a:p/>
          <a:p>
            <a:r>
              <a:t>⏸️ WHEN TO PAUSE:</a:t>
            </a:r>
          </a:p>
          <a:p>
            <a:r>
              <a:t>Pause on Audit Compliance Index to explain compliance readiness scoring.</a:t>
            </a:r>
          </a:p>
          <a:p/>
          <a:p>
            <a:r>
              <a:t>💡 WHAT JUDGES SHOULD NOTICE:</a:t>
            </a:r>
          </a:p>
          <a:p>
            <a:r>
              <a:t>Judges will see immediate real-world regulatory utility for enterprise risk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Risk Agent exposes greenwashing by flagging vague terms, missing baseline years, and unbacked claims, producing an actionable risk score.</a:t>
            </a:r>
          </a:p>
          <a:p/>
          <a:p>
            <a:r>
              <a:t>🖱️ WHAT TO CLICK:</a:t>
            </a:r>
          </a:p>
          <a:p>
            <a:r>
              <a:t>Click 4 times — one per risk component.</a:t>
            </a:r>
          </a:p>
          <a:p/>
          <a:p>
            <a:r>
              <a:t>⏸️ WHEN TO PAUSE:</a:t>
            </a:r>
          </a:p>
          <a:p>
            <a:r>
              <a:t>Pause on Vague Term Detection to give examples like '100% eco-friendly'.</a:t>
            </a:r>
          </a:p>
          <a:p/>
          <a:p>
            <a:r>
              <a:t>💡 WHAT JUDGES SHOULD NOTICE:</a:t>
            </a:r>
          </a:p>
          <a:p>
            <a:r>
              <a:t>Judges will recognize the anti-greenwashing core of our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The Overview Dashboard provides executive visibility — displaying EcoScore, Carbon Footprint, active AI agents, and single-click PDF upload.</a:t>
            </a:r>
          </a:p>
          <a:p/>
          <a:p>
            <a:r>
              <a:t>🖱️ WHAT TO CLICK:</a:t>
            </a:r>
          </a:p>
          <a:p>
            <a:r>
              <a:t>Click 4 times to reveal each UI widget zone.</a:t>
            </a:r>
          </a:p>
          <a:p/>
          <a:p>
            <a:r>
              <a:t>⏸️ WHEN TO PAUSE:</a:t>
            </a:r>
          </a:p>
          <a:p>
            <a:r>
              <a:t>Pause after revealing all 4 zones to showcase design polish.</a:t>
            </a:r>
          </a:p>
          <a:p/>
          <a:p>
            <a:r>
              <a:t>💡 WHAT JUDGES SHOULD NOTICE:</a:t>
            </a:r>
          </a:p>
          <a:p>
            <a:r>
              <a:t>Judges will notice the clean glassmorphic UI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In the Products Module, EcoLabel X automatically extracts individual product SKUs, assigns carbon footprint metrics, and tracks verification status.</a:t>
            </a:r>
          </a:p>
          <a:p/>
          <a:p>
            <a:r>
              <a:t>🖱️ WHAT TO CLICK:</a:t>
            </a:r>
          </a:p>
          <a:p>
            <a:r>
              <a:t>Click 4 times to reveal product extraction steps.</a:t>
            </a:r>
          </a:p>
          <a:p/>
          <a:p>
            <a:r>
              <a:t>⏸️ WHEN TO PAUSE:</a:t>
            </a:r>
          </a:p>
          <a:p>
            <a:r>
              <a:t>Pause on Carbon Impact to emphasize item-level ESG granular tracking.</a:t>
            </a:r>
          </a:p>
          <a:p/>
          <a:p>
            <a:r>
              <a:t>💡 WHAT JUDGES SHOULD NOTICE:</a:t>
            </a:r>
          </a:p>
          <a:p>
            <a:r>
              <a:t>Judges will see how ESG data connects to physical product SKUs.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Claim Detector extracts exact text quotes from disclosures and pinpoints their exact page number for instant audit verification.</a:t>
            </a:r>
          </a:p>
          <a:p/>
          <a:p>
            <a:r>
              <a:t>🖱️ WHAT TO CLICK:</a:t>
            </a:r>
          </a:p>
          <a:p>
            <a:r>
              <a:t>Click 4 times — one per claim extraction stage.</a:t>
            </a:r>
          </a:p>
          <a:p/>
          <a:p>
            <a:r>
              <a:t>⏸️ WHEN TO PAUSE:</a:t>
            </a:r>
          </a:p>
          <a:p>
            <a:r>
              <a:t>Pause on Page Number Mapping to highlight audit traceability.</a:t>
            </a:r>
          </a:p>
          <a:p/>
          <a:p>
            <a:r>
              <a:t>💡 WHAT JUDGES SHOULD NOTICE:</a:t>
            </a:r>
          </a:p>
          <a:p>
            <a:r>
              <a:t>Judges will note exact page traceability for corporate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The Evidence Verifier validates claims against ISO standards and provides clear written rationales explaining why a claim passed or failed.</a:t>
            </a:r>
          </a:p>
          <a:p/>
          <a:p>
            <a:r>
              <a:t>🖱️ WHAT TO CLICK:</a:t>
            </a:r>
          </a:p>
          <a:p>
            <a:r>
              <a:t>Click 4 times to reveal evidence verification flow.</a:t>
            </a:r>
          </a:p>
          <a:p/>
          <a:p>
            <a:r>
              <a:t>⏸️ WHEN TO PAUSE:</a:t>
            </a:r>
          </a:p>
          <a:p>
            <a:r>
              <a:t>Pause on Rationale Generation to explain explainable AI logic.</a:t>
            </a:r>
          </a:p>
          <a:p/>
          <a:p>
            <a:r>
              <a:t>💡 WHAT JUDGES SHOULD NOTICE:</a:t>
            </a:r>
          </a:p>
          <a:p>
            <a:r>
              <a:t>Judges will appreciate transparent, explainable AI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The Greenwashing Analyzer categorizes overall document risk, pinpoints missing evidence, and provides concrete mitigation steps.</a:t>
            </a:r>
          </a:p>
          <a:p/>
          <a:p>
            <a:r>
              <a:t>🖱️ WHAT TO CLICK:</a:t>
            </a:r>
          </a:p>
          <a:p>
            <a:r>
              <a:t>Click 4 times to reveal risk analyzer components.</a:t>
            </a:r>
          </a:p>
          <a:p/>
          <a:p>
            <a:r>
              <a:t>⏸️ WHEN TO PAUSE:</a:t>
            </a:r>
          </a:p>
          <a:p>
            <a:r>
              <a:t>Pause on Missing Evidence List to show how missing proof is detected.</a:t>
            </a:r>
          </a:p>
          <a:p/>
          <a:p>
            <a:r>
              <a:t>💡 WHAT JUDGES SHOULD NOTICE:</a:t>
            </a:r>
          </a:p>
          <a:p>
            <a:r>
              <a:t>Judges will see actionable risk mitigation for enterprise leaders.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On the Carbon Dashboard, users explore interactive Scope 1, 2, and 3 emissions breakdowns and monitor carbon reduction progress.</a:t>
            </a:r>
          </a:p>
          <a:p/>
          <a:p>
            <a:r>
              <a:t>🖱️ WHAT TO CLICK:</a:t>
            </a:r>
          </a:p>
          <a:p>
            <a:r>
              <a:t>Click 4 times — reveal each emission scope component.</a:t>
            </a:r>
          </a:p>
          <a:p/>
          <a:p>
            <a:r>
              <a:t>⏸️ WHEN TO PAUSE:</a:t>
            </a:r>
          </a:p>
          <a:p>
            <a:r>
              <a:t>Pause after all 4 cards appear to highlight full GHG scope coverage.</a:t>
            </a:r>
          </a:p>
          <a:p/>
          <a:p>
            <a:r>
              <a:t>💡 WHAT JUDGES SHOULD NOTICE:</a:t>
            </a:r>
          </a:p>
          <a:p>
            <a:r>
              <a:t>Judges will notice comprehensive carbon accounting alignment.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Analytics Module calculates claim category distributions and computes an Audit Compliance Index score for regulatory readiness.</a:t>
            </a:r>
          </a:p>
          <a:p/>
          <a:p>
            <a:r>
              <a:t>🖱️ WHAT TO CLICK:</a:t>
            </a:r>
          </a:p>
          <a:p>
            <a:r>
              <a:t>Click 4 times to build the analytics view.</a:t>
            </a:r>
          </a:p>
          <a:p/>
          <a:p>
            <a:r>
              <a:t>⏸️ WHEN TO PAUSE:</a:t>
            </a:r>
          </a:p>
          <a:p>
            <a:r>
              <a:t>Pause on Audit Compliance Index to explain compliance scoring logic.</a:t>
            </a:r>
          </a:p>
          <a:p/>
          <a:p>
            <a:r>
              <a:t>💡 WHAT JUDGES SHOULD NOTICE:</a:t>
            </a:r>
          </a:p>
          <a:p>
            <a:r>
              <a:t>Judges will observe high-level executive analytics paired with granular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The Eco Labels Registry automatically detects third-party certifications (ISO 14064, FSC, RE100, EU Organic) from disclosures, verifying validity and page excerpts.</a:t>
            </a:r>
          </a:p>
          <a:p/>
          <a:p>
            <a:r>
              <a:t>🖱️ WHAT TO CLICK:</a:t>
            </a:r>
          </a:p>
          <a:p>
            <a:r>
              <a:t>Click 4 times — one per eco label category.</a:t>
            </a:r>
          </a:p>
          <a:p/>
          <a:p>
            <a:r>
              <a:t>⏸️ WHEN TO PAUSE:</a:t>
            </a:r>
          </a:p>
          <a:p>
            <a:r>
              <a:t>Pause on ISO 14064 to explain GHG verification standard matching.</a:t>
            </a:r>
          </a:p>
          <a:p/>
          <a:p>
            <a:r>
              <a:t>💡 WHAT JUDGES SHOULD NOTICE:</a:t>
            </a:r>
          </a:p>
          <a:p>
            <a:r>
              <a:t>Judges will see how certification detection eliminates manual registry searching.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With one click on 'Download PDF', EcoLabel X exports a publication-ready A4 executive audit document complete with letterhead, scorecards, and auditor sign-off.</a:t>
            </a:r>
          </a:p>
          <a:p/>
          <a:p>
            <a:r>
              <a:t>🖱️ WHAT TO CLICK:</a:t>
            </a:r>
          </a:p>
          <a:p>
            <a:r>
              <a:t>Click 4 times to reveal PDF report sections.</a:t>
            </a:r>
          </a:p>
          <a:p/>
          <a:p>
            <a:r>
              <a:t>⏸️ WHEN TO PAUSE:</a:t>
            </a:r>
          </a:p>
          <a:p>
            <a:r>
              <a:t>Pause after all 4 cards appear to emphasize PDF export polish.</a:t>
            </a:r>
          </a:p>
          <a:p/>
          <a:p>
            <a:r>
              <a:t>💡 WHAT JUDGES SHOULD NOTICE:</a:t>
            </a:r>
          </a:p>
          <a:p>
            <a:r>
              <a:t>Judges will see an end-to-end usable product that delivers a tangible PDF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technology stack leverages Next.js 14, FastAPI, Python, PyPDF2, and Google Gemini 2.5 Flash API for high-speed, enterprise-grade AI execution.</a:t>
            </a:r>
          </a:p>
          <a:p/>
          <a:p>
            <a:r>
              <a:t>🖱️ WHAT TO CLICK:</a:t>
            </a:r>
          </a:p>
          <a:p>
            <a:r>
              <a:t>Click 4 times — one per technology pillar.</a:t>
            </a:r>
          </a:p>
          <a:p/>
          <a:p>
            <a:r>
              <a:t>⏸️ WHEN TO PAUSE:</a:t>
            </a:r>
          </a:p>
          <a:p>
            <a:r>
              <a:t>Pause on Gemini 2.5 Flash to highlight LLM integration.</a:t>
            </a:r>
          </a:p>
          <a:p/>
          <a:p>
            <a:r>
              <a:t>💡 WHAT JUDGES SHOULD NOTICE:</a:t>
            </a:r>
          </a:p>
          <a:p>
            <a:r>
              <a:t>Judges will recognize production-ready, modern open-source technologies.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What makes EcoLabel X unique is sub-2-second speed, 4-agent parallel evaluation, 100% page-traceable evidence, and instant executive PDF generation.</a:t>
            </a:r>
          </a:p>
          <a:p/>
          <a:p>
            <a:r>
              <a:t>🖱️ WHAT TO CLICK:</a:t>
            </a:r>
          </a:p>
          <a:p>
            <a:r>
              <a:t>Click 4 times to reveal key innovations.</a:t>
            </a:r>
          </a:p>
          <a:p/>
          <a:p>
            <a:r>
              <a:t>⏸️ WHEN TO PAUSE:</a:t>
            </a:r>
          </a:p>
          <a:p>
            <a:r>
              <a:t>Pause on Evidence-Backed Scoring to reinforce trust.</a:t>
            </a:r>
          </a:p>
          <a:p/>
          <a:p>
            <a:r>
              <a:t>💡 WHAT JUDGES SHOULD NOTICE:</a:t>
            </a:r>
          </a:p>
          <a:p>
            <a:r>
              <a:t>Judges will see clear differentiation from simple chatbots or basic scanners.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Our future roadmap includes OCR for scanned PDF disclosures, multi-language support, live regulatory feeds, and industry peer benchmarking.</a:t>
            </a:r>
          </a:p>
          <a:p/>
          <a:p>
            <a:r>
              <a:t>🖱️ WHAT TO CLICK:</a:t>
            </a:r>
          </a:p>
          <a:p>
            <a:r>
              <a:t>Click 4 times — reveal each roadmap item.</a:t>
            </a:r>
          </a:p>
          <a:p/>
          <a:p>
            <a:r>
              <a:t>⏸️ WHEN TO PAUSE:</a:t>
            </a:r>
          </a:p>
          <a:p>
            <a:r>
              <a:t>Pause on Multi-Language Support to mention global ESG expansion.</a:t>
            </a:r>
          </a:p>
          <a:p/>
          <a:p>
            <a:r>
              <a:t>💡 WHAT JUDGES SHOULD NOTICE:</a:t>
            </a:r>
          </a:p>
          <a:p>
            <a:r>
              <a:t>Judges will appreciate a visionary yet practical growth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Let us demonstrate EcoLabel X live. Watch as we upload a PDF, run 4 AI agents in &lt;1.5s, explore dashboard metrics, and download the executive audit report.</a:t>
            </a:r>
          </a:p>
          <a:p/>
          <a:p>
            <a:r>
              <a:t>🖱️ WHAT TO CLICK:</a:t>
            </a:r>
          </a:p>
          <a:p>
            <a:r>
              <a:t>Click 4 times as you transition to the live application demo.</a:t>
            </a:r>
          </a:p>
          <a:p/>
          <a:p>
            <a:r>
              <a:t>⏸️ WHEN TO PAUSE:</a:t>
            </a:r>
          </a:p>
          <a:p>
            <a:r>
              <a:t>Pause on Step 4 before switching to http://localhost:3000.</a:t>
            </a:r>
          </a:p>
          <a:p/>
          <a:p>
            <a:r>
              <a:t>💡 WHAT JUDGES SHOULD NOTICE:</a:t>
            </a:r>
          </a:p>
          <a:p>
            <a:r>
              <a:t>Judges will experience an impressive, seamless live product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EcoLabel X delivers measurable ROI: 95% audit time savings, 100% page-level transparency, and zero regulatory greenwashing penalties.</a:t>
            </a:r>
          </a:p>
          <a:p/>
          <a:p>
            <a:r>
              <a:t>🖱️ WHAT TO CLICK:</a:t>
            </a:r>
          </a:p>
          <a:p>
            <a:r>
              <a:t>Click 4 times to reveal each impact metric.</a:t>
            </a:r>
          </a:p>
          <a:p/>
          <a:p>
            <a:r>
              <a:t>⏸️ WHEN TO PAUSE:</a:t>
            </a:r>
          </a:p>
          <a:p>
            <a:r>
              <a:t>Pause on 95% Audit Time Reduction to leave a lasting quantitative metric.</a:t>
            </a:r>
          </a:p>
          <a:p/>
          <a:p>
            <a:r>
              <a:t>💡 WHAT JUDGES SHOULD NOTICE:</a:t>
            </a:r>
          </a:p>
          <a:p>
            <a:r>
              <a:t>Judges will see tangible business ROI and real environmental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🎤 WHAT TO SAY:</a:t>
            </a:r>
          </a:p>
          <a:p>
            <a:r>
              <a:t>Thank you judges for your time! We are now open for your questions.</a:t>
            </a:r>
          </a:p>
          <a:p/>
          <a:p>
            <a:r>
              <a:t>🖱️ WHAT TO CLICK:</a:t>
            </a:r>
          </a:p>
          <a:p>
            <a:r>
              <a:t>No further clicks needed. Leave slide open for Q&amp;A.</a:t>
            </a:r>
          </a:p>
          <a:p/>
          <a:p>
            <a:r>
              <a:t>⏸️ WHEN TO PAUSE:</a:t>
            </a:r>
          </a:p>
          <a:p>
            <a:r>
              <a:t>Pause and look at the judges confidently.</a:t>
            </a:r>
          </a:p>
          <a:p/>
          <a:p>
            <a:r>
              <a:t>💡 WHAT JUDGES SHOULD NOTICE:</a:t>
            </a:r>
          </a:p>
          <a:p>
            <a:r>
              <a:t>Judges can view live app URL and GitHub repository links while asking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548640" rIns="228600" bIns="228600"/>
          <a:lstStyle/>
          <a:p>
            <a:pPr algn="ctr">
              <a:defRPr sz="5600" b="1">
                <a:solidFill>
                  <a:srgbClr val="00FFAA"/>
                </a:solidFill>
              </a:defRPr>
            </a:pPr>
            <a:r>
              <a:t>EcoLabel X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00F0FF"/>
                </a:solidFill>
              </a:defRPr>
            </a:pPr>
            <a:r>
              <a:t>AI-Powered Sustainability Intelligence Platform</a:t>
            </a:r>
          </a:p>
          <a:p>
            <a:pPr algn="ctr"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Enterprise Anti-Greenwashing Audit &amp; Carbon Accounting Engine</a:t>
            </a:r>
          </a:p>
          <a:p>
            <a:pPr algn="ctr">
              <a:spcBef>
                <a:spcPts val="3600"/>
              </a:spcBef>
              <a:defRPr sz="1100" b="1">
                <a:solidFill>
                  <a:srgbClr val="9B59FF"/>
                </a:solidFill>
              </a:defRPr>
            </a:pPr>
            <a:r>
              <a:t>WORLD-CLASS HACKATHON PRESENTATION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02  •  MARKET FRICTION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Core Problem in Sustainability Disclosures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EF4444"/>
                </a:solidFill>
              </a:defRPr>
            </a:pPr>
            <a:r>
              <a:t>100+ Pages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Massive Volume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Companies produce hundreds of pages of unstructured ESG disclosures filled with complex tables.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45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2+ Weeks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Manual Audit Friction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Compliance officers take weeks to manually cross-reference claims against ISO standards.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EF4444"/>
                </a:solidFill>
              </a:defRPr>
            </a:pPr>
            <a:r>
              <a:t>40%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Surge in Greenwashing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Over 40% of environmental claims made online &amp; in disclosures are vague or unsubstantiated.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931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Strict Fine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Regulatory Enforcement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Stringent laws like EU ESPR &amp; FTC Green Guides mandate quantitative proof.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03  •  OUR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Introducing EcoLabel X: Instant ESG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1-Click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PDF Disclosure Upload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Parses multi-page ESG disclosures in &lt;1.5s.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46888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100%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AI Claim Extraction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Identifies exact text quotes, page numbers &amp; keywords.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246888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4 Agents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Multi-Agent AI Network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Verification, Carbon, Compliance &amp; Risk agents run in parallel.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645920"/>
            <a:ext cx="246888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A4 PDF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Executive Audit Report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Generates publication-ready executive audit reports.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04  •  EXECUTION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8-Stage Pipeline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01. Upload PDF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Drag &amp; drop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645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02. PDF Processing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PyPDF2 text parsing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03. Text Extraction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Clean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645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04. Claim Detection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Regex &amp; NLP tags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05. 4 AI Agents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Parallel 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931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06. Results Engine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Score calculation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931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07. Dashboard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Live visual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3931920"/>
            <a:ext cx="2468880" cy="19202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08. Audit Report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Executive PDF export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  <p:cTn id="14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42" dur="1" fill="hold"/>
                          <p:tgtEl>
                            <p:spTarget spid="8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43" dur="500" fill="hold"/>
                          <p:tgtEl>
                            <p:spTarget spid="8"/>
                          </p:tgtEl>
                        </p:cBhvr>
                      </p:animEffect>
                    </p:childTnLst>
                  </p:cTn>
                  <p:cTn id="15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52" dur="1" fill="hold"/>
                          <p:tgtEl>
                            <p:spTarget spid="9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53" dur="500" fill="hold"/>
                          <p:tgtEl>
                            <p:spTarget spid="9"/>
                          </p:tgtEl>
                        </p:cBhvr>
                      </p:animEffect>
                    </p:childTnLst>
                  </p:cTn>
                  <p:cTn id="16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62" dur="1" fill="hold"/>
                          <p:tgtEl>
                            <p:spTarget spid="10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63" dur="500" fill="hold"/>
                          <p:tgtEl>
                            <p:spTarget spid="10"/>
                          </p:tgtEl>
                        </p:cBhvr>
                      </p:animEffect>
                    </p:childTnLst>
                  </p:cTn>
                  <p:cTn id="17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72" dur="1" fill="hold"/>
                          <p:tgtEl>
                            <p:spTarget spid="11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73" dur="500" fill="hold"/>
                          <p:tgtEl>
                            <p:spTarget spid="11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05  • 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High-Performance Technical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UI Layer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Next.js 14 Web App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React, TypeScript, Glassmorphism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API Layer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FastAPI Backend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Python 3.10, Uvicorn Async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Parser Layer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PyPDF2 Text Engine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Raw PDF structure &amp; table reader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AI Layer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Google Gemini 2.5 Flash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LLM reasoning + ISO 14021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02336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Analytics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Carbon &amp; Risk Engine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Scope 1-3 &amp; Trust Score matrix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02336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Export Layer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Executive PDF Generator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Publication-ready A4 exporter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  <p:cTn id="14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42" dur="1" fill="hold"/>
                          <p:tgtEl>
                            <p:spTarget spid="8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43" dur="500" fill="hold"/>
                          <p:tgtEl>
                            <p:spTarget spid="8"/>
                          </p:tgtEl>
                        </p:cBhvr>
                      </p:animEffect>
                    </p:childTnLst>
                  </p:cTn>
                  <p:cTn id="15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52" dur="1" fill="hold"/>
                          <p:tgtEl>
                            <p:spTarget spid="9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53" dur="500" fill="hold"/>
                          <p:tgtEl>
                            <p:spTarget spid="9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06  •  AI CORE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Multi-Agent Orchestration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Agent 1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Verification Agent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Cross-references 400+ certification databases &amp; ISO standards.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1645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Agent 2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Carbon Agent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Scope 1, 2 &amp; 3 lifecycle carbon accounting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Agent 3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Compliance Agent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EU ESPR &amp; FTC Green Guide regulatory readiness tracker.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931920"/>
            <a:ext cx="502920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EF4444"/>
                </a:solidFill>
              </a:defRPr>
            </a:pPr>
            <a:r>
              <a:t>Agent 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Risk Agent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Detects vague, misleading, and unsubstantiated claims.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07  •  AGENT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Verification Agent: ISO &amp; Database Matching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Core Goal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Purpose &amp; Focus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Cross-references disclosures against ISO 14021 &amp; certification registries.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4-Step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Execution Workflow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Identifies claim -&gt; Extracts evidence -&gt; Matches issuer -&gt; Assigns status.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&gt;75%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Status Metrics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Verified (Confidence &gt; 75%) | Under Review (50-75%) | Unverified (&lt;50%).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ISO 14064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Output Example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ISO 14064 GHG Verified (TÜV SÜD) -&gt; Verified (Page 2).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08  •  AGENT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Carbon Agent: Scope 1, 2 &amp; 3 Accounting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Scope 1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Direct Operations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Onsite manufacturing, stationary combustion, fleet operations.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Scope 2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Purchased Energy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Purchased electricity, steam, facility heating &amp; cooling.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Scope 3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Value Chain Impact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Raw material procurement, freight distribution, end-of-life.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1069848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-24% YoY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Intensity Reductions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Calculates percentage reductions across packaging &amp; supply chain.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09  •  AGENT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Compliance Agent: EU ESPR &amp; FTC Green Guides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EU ESPR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Ecodesign Regulation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Monitors Ecodesign for Sustainable Products Regulation audit readiness.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FTC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Green Guide Alignment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Ensures environmental claims meet US Federal Trade Commission standards.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0-100%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Compliance Index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Calculates dynamic compliance score based on verified claims ratio.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Checklist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Regulatory Verification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Flags missing mandatory quantitative proof before submission.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10  •  AGENT DEEP-DIVE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Risk Agent: Misleading Claim &amp; Vague Term Detector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EF4444"/>
                </a:solidFill>
              </a:defRPr>
            </a:pPr>
            <a:r>
              <a:t>Vague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Buzzword Detection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Flags terms like 'eco-friendly', 'green', and 'pure' without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Baseline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Missing Year Flags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Detects reduction claims that lack a declared baseline year.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0-100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Risk Scoring Matrix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Objective 0-100 risk score (Low, Medium, High Risk).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Mitigate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Auditor Guidance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Generates concrete corrective action steps for compliance officers.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11  •  PRODUCT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Centralized Overview Dashboard UI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Top KPIs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Scorecards Grid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Portfolio EcoScore, Carbon Footprint, Active Labels, SKUs.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4 Agents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AI Status Cards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Real-time task monitor for 4 active backend agents.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Widgets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Trust &amp; Carbon Score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Interactive Trust Score ring &amp; 12-month carbon trend.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Upload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Dropzone &amp; History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Instant drag-and-drop PDF dropzone + upload history.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12  •  PRODUCT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Automated Product &amp; SKU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SKUs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Automated Extraction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Extracts product names &amp; SKUs directly from PDF disclosures.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Categories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Classification Engine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Groups items into Electronics, Packaging, Agriculture &amp; Materials.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Impact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Unit Carbon Footprint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Assigns estimated product carbon intensity footprint.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Status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Verification Tracking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Displays Verified vs Pending review status per product.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13  •  CLAIM DETECTOR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NLP &amp; Keyword Claim Extraction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Quotes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Exact Text Snippets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Extracts exact environmental text snippets from disclosures.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Pages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PDF Page Mapping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Pinpoints exact PDF page location for auditor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Keywords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Matched Term Tags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Identifies matched terms like 'RE100', 'net zero', 'recycled'.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Score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AI Confidence Rating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Assigns AI confidence score (0-100%) to every extracted claim.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14  •  EVIDENCE VERIFIER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Automated ISO &amp; Standards Verification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Evidence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Quantitative Search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Searches quantitative data within the report to back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ISO Rules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Self-Declaration Check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Validates claims against ISO 14021 environmental self-declarations.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Rationale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AI Explanation Logic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Generates clear AI explanation for why a claim is verified or flagged.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Badges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Status Output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Outputs Verified, Under Review, or Unverified status badges.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15  •  RISK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Greenwashing Risk Matrix &amp;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EF4444"/>
                </a:solidFill>
              </a:defRPr>
            </a:pPr>
            <a:r>
              <a:t>Levels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Risk Classification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Categorizes overall risk into Low, Medium, or High Risk.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Drivers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Risk Drivers Breakdown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Lists specific reasons (e.g. unverified packaging claim).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Missing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Proof Gap Detector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Flags missing third-party certificates or audit documents.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Action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Mitigation Guidance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Provides prioritized recommendation steps for risk mitigation.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16  •  CARBON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Scope 1, 2 &amp; 3 Footprint Visualization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Scope 1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Direct Emissions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Onsite manufacturing &amp; facility emissions (kt CO2e).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Scope 2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Energy Emissions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Purchased electricity &amp; heating emissions (kt CO2e).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Scope 3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Value Chain Impact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Raw material, freight &amp; distribution emissions (kt CO2e).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Progress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YoY Intensity Target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Visual progress bars tracking YoY carbon reduction targets.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17  •  COMPLIANCE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Category Distribution &amp; Audit Index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Categories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Claim Distribution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Visual breakdown of claims across Energy, Carbon, Packaging, and Supply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Index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Compliance Rating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Dynamic score evaluating EU ESPR &amp; FTC Green Guide readiness.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Rate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Verification Ratio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Displays percentage of total claims backed by quantitative proof.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Readiness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Audit Rating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Categorizes overall audit readiness from High to Action Needed.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18  •  CERTIFICATION REGISTRY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Automated Eco Label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ISO 14064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GHG Verification Seal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TÜV SÜD / WRI Emissions Assurance 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FSC Paper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Packaging Certification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Forest Stewardship Council Chain of Custody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RE100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Renewable Power Mark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Climate Group 100% Clean Energy 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Organic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Fairtrade &amp; EU Organic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European Commission &amp; Fairtrade International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19  •  EXECUTIVE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Publication-Ready A4 PDF Report Exporter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Header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Official Letterhead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EcoLabel X header with ISO 14021 compliance seal &amp; metadata.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Scorecard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KPI Summary Grid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Overall Trust Score, Risk Score, Claims Ratio scorecard grid.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Directory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Claims Directory Table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Complete table of verified &amp; flagged claims with PDF page numbers.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Sign-off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Auditor Signature Block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Prioritized recommendations &amp; formal auditor signature section.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20  •  ENGINEERING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Modern Full-Stack Technology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Next.js 14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Frontend Framework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React, TypeScript, Glassmorphic UI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FastAPI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Async Backend Server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Async Python 3.10 server with Pydantic v2 schemas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Gemini 2.5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Generative AI LLM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Google Gemini 2.5 Flash LLM reasoning &amp; claim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PyPDF2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PDF &amp; Exporter Engine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Raw PDF extraction &amp; A4 publication exporter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21  •  COMPETITIVE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EcoLabel X Is Unique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&lt;1.5s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Instant Execution Speed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Replaces days of manual PDF auditing with instant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4 Agents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Parallel AI Multi-Agent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Multi-agent architecture evaluating distinct compliance vectors.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100%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Traceable ISO Evidence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Every score is linked to exact text quotes and PDF page numbers.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1-Click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Executive PDF Exporter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Generates publication-ready A4 executive audit reports.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22  •  PRODUCT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Future Roadmap &amp; Strategic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OCR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Scanned Document Engine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Integrating Tesseract/Vision API for scanned legacy documents.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Global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Multi-Language Support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Auditing ESG reports in German, French, Spanish &amp; Mandarin.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Live API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Regulatory Feeds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Real-time updates as EU ESPR &amp; FTC regulations evolve.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Peer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Enterprise Benchmarking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Comparing ESG performance across industry competitors.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23  •  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Step-by-Step Live Walkthrough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Upload PDF Report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Drag PDF report into dropzone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Instant Analysis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Backend parses PDF in &lt;1.5s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Dashboard Insights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Explore EcoScore &amp; Carbon Cards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Export Audit PDF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Download publication-ready report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F0FF"/>
                </a:solidFill>
              </a:defRPr>
            </a:pPr>
            <a:r>
              <a:t>ECOLABEL X  •  SLIDE 24  •  VALUE CREATED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Quantifiable Business &amp; ESG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FAA"/>
                </a:solidFill>
              </a:defRPr>
            </a:pPr>
            <a:r>
              <a:t>95%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Audit Time Reduction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Reduces ESG report analysis from weeks to 1.5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00F0FF"/>
                </a:solidFill>
              </a:defRPr>
            </a:pPr>
            <a:r>
              <a:t>100%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Audit Traceability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Every score is linked to exact quotes and PDF page numbers.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9B5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9B59FF"/>
                </a:solidFill>
              </a:defRPr>
            </a:pPr>
            <a:r>
              <a:t>$0 Fines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Regulatory Protection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Prevents costly EU ESPR &amp; FTC Green Guide non-compliance fines.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120640" cy="20116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 bIns="228600"/>
          <a:lstStyle/>
          <a:p>
            <a:pPr algn="ctr">
              <a:defRPr sz="3200" b="1">
                <a:solidFill>
                  <a:srgbClr val="FFB300"/>
                </a:solidFill>
              </a:defRPr>
            </a:pPr>
            <a:r>
              <a:t>Scope 1-3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Carbon Accountability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</a:defRPr>
            </a:pPr>
            <a:r>
              <a:t>Accelerates genuine Scope 1-3 reduction across supply chains.</a:t>
            </a:r>
          </a:p>
        </p:txBody>
      </p:sp>
    </p:spTree>
  </p:cSld>
  <p:clrMapOvr>
    <a:masterClrMapping/>
  </p:clrMapOvr>
  <p:timing>
    <p:tnLst>
      <p:par>
        <p:cTn id="1" fill="hold" subTnLst="0" dur="indefinite">
          <p:childTnLst>
            <p:seq concurrent="1" nextAc="seek">
              <p:cTn id="2" nodeType="mainSeq">
                <p:childTnLst>
                  <p:cTn id="10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02" dur="1" fill="hold"/>
                          <p:tgtEl>
                            <p:spTarget spid="4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03" dur="500" fill="hold"/>
                          <p:tgtEl>
                            <p:spTarget spid="4"/>
                          </p:tgtEl>
                        </p:cBhvr>
                      </p:animEffect>
                    </p:childTnLst>
                  </p:cTn>
                  <p:cTn id="11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12" dur="1" fill="hold"/>
                          <p:tgtEl>
                            <p:spTarget spid="5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13" dur="500" fill="hold"/>
                          <p:tgtEl>
                            <p:spTarget spid="5"/>
                          </p:tgtEl>
                        </p:cBhvr>
                      </p:animEffect>
                    </p:childTnLst>
                  </p:cTn>
                  <p:cTn id="12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22" dur="1" fill="hold"/>
                          <p:tgtEl>
                            <p:spTarget spid="6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23" dur="500" fill="hold"/>
                          <p:tgtEl>
                            <p:spTarget spid="6"/>
                          </p:tgtEl>
                        </p:cBhvr>
                      </p:animEffect>
                    </p:childTnLst>
                  </p:cTn>
                  <p:cTn id="131" fill="hold" evt="onNext" nodeType="clickEffect">
                    <p:stCondLst>
                      <p:cond delay="0"/>
                    </p:stCondLst>
                    <p:childTnLst>
                      <p:set>
                        <p:cBhvr>
                          <p:cTn id="132" dur="1" fill="hold"/>
                          <p:tgtEl>
                            <p:spTarget spid="7"/>
                          </p:tgtEl>
                          <p:attrNameLst>
                            <p:attrName>style.visibility</p:attrName>
                          </p:attrNameLst>
                        </p:cBhvr>
                        <p:to>
                          <p:strVal value="visible"/>
                        </p:to>
                      </p:set>
                      <p:animEffect transition="in" filter="fade">
                        <p:cBhvr>
                          <p:cTn id="133" dur="500" fill="hold"/>
                          <p:tgtEl>
                            <p:spTarget spid="7"/>
                          </p:tgtEl>
                        </p:cBhvr>
                      </p:animEffect>
                    </p:childTnLst>
                  </p:cTn>
                </p:childTnLst>
              </p:cTn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FF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731520" rIns="228600" bIns="228600"/>
          <a:lstStyle/>
          <a:p>
            <a:pPr algn="ctr">
              <a:defRPr sz="5400" b="1">
                <a:solidFill>
                  <a:srgbClr val="00FFAA"/>
                </a:solidFill>
              </a:defRPr>
            </a:pPr>
            <a:r>
              <a:t>Thank You!</a:t>
            </a:r>
          </a:p>
          <a:p>
            <a:pPr algn="ctr">
              <a:spcBef>
                <a:spcPts val="1600"/>
              </a:spcBef>
              <a:defRPr sz="2000" b="1">
                <a:solidFill>
                  <a:srgbClr val="00F0FF"/>
                </a:solidFill>
              </a:defRPr>
            </a:pPr>
            <a:r>
              <a:t>EcoLabel X — Transforming Sustainability Intelligence</a:t>
            </a:r>
          </a:p>
          <a:p>
            <a:pPr algn="ctr">
              <a:spcBef>
                <a:spcPts val="2800"/>
              </a:spcBef>
              <a:defRPr sz="1300">
                <a:solidFill>
                  <a:srgbClr val="94A3B8"/>
                </a:solidFill>
              </a:defRPr>
            </a:pPr>
            <a:r>
              <a:t>🌐 Live Demo: http://localhost:3000    •    📦 GitHub: github.com/mohamedidhris777/eco-label</a:t>
            </a:r>
          </a:p>
          <a:p>
            <a:pPr algn="ctr">
              <a:spcBef>
                <a:spcPts val="3600"/>
              </a:spcBef>
              <a:defRPr sz="1200" b="1">
                <a:solidFill>
                  <a:srgbClr val="FFB300"/>
                </a:solidFill>
              </a:defRPr>
            </a:pPr>
            <a:r>
              <a:t>WE ARE NOW OPEN FOR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